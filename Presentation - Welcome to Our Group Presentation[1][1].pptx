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5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Helvetica World Bold" panose="020B0604020202020204" charset="-128"/>
      <p:bold r:id="rId11"/>
    </p:embeddedFont>
    <p:embeddedFont>
      <p:font typeface="Arial Black" panose="020B0A04020102020204" pitchFamily="34" charset="0"/>
      <p:bold r:id="rId12"/>
    </p:embeddedFont>
    <p:embeddedFont>
      <p:font typeface="Bodoni MT Condensed" panose="02070606080606020203" pitchFamily="18" charset="0"/>
      <p:regular r:id="rId13"/>
      <p:bold r:id="rId14"/>
      <p:italic r:id="rId15"/>
      <p:boldItalic r:id="rId16"/>
    </p:embeddedFon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Georgia Pro Condense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4943A-DF5E-A232-1533-639C614D04DF}" v="6" dt="2025-12-08T14:02:02.616"/>
    <p1510:client id="{2E45BAD5-F07D-6D57-322A-A104614ADBC6}" v="6" dt="2025-12-07T17:19:39.780"/>
    <p1510:client id="{5B2147D5-5D14-90C1-E745-A116CB28B729}" v="9" dt="2025-12-07T19:58:18.498"/>
    <p1510:client id="{7C7F58AF-D3B7-CB72-BD28-F7F7BEFD34CC}" v="7" dt="2025-12-07T17:52:16.839"/>
    <p1510:client id="{7EC6CEF8-1D6D-FD75-69D8-D2984E620ED5}" v="191" dt="2025-12-07T17:37:04.500"/>
    <p1510:client id="{97E67094-58A2-E779-4289-92E1EDAFD9F0}" v="2" dt="2025-12-08T05:54:19.349"/>
    <p1510:client id="{9A340756-9E26-B486-B656-B6A38C4672E3}" v="53" dt="2025-12-08T16:54:23.435"/>
    <p1510:client id="{C3D825E0-ED95-8CD6-89C7-D173C8594B65}" v="52" dt="2025-12-08T17:50:29.594"/>
    <p1510:client id="{C4C81FE7-56B9-7E80-4E1C-8AF884F200C9}" v="10" dt="2025-12-08T17:42:46.495"/>
    <p1510:client id="{DD267131-0DD2-4D45-DA31-F95436C1B3AD}" v="6" dt="2025-12-08T11:14:48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267131-0DD2-4D45-DA31-F95436C1B3AD}"/>
    <pc:docChg chg="modSld sldOrd">
      <pc:chgData name="Guest User" userId="" providerId="Windows Live" clId="Web-{DD267131-0DD2-4D45-DA31-F95436C1B3AD}" dt="2025-12-08T11:14:48.343" v="5"/>
      <pc:docMkLst>
        <pc:docMk/>
      </pc:docMkLst>
      <pc:sldChg chg="ord">
        <pc:chgData name="Guest User" userId="" providerId="Windows Live" clId="Web-{DD267131-0DD2-4D45-DA31-F95436C1B3AD}" dt="2025-12-08T11:14:48.343" v="5"/>
        <pc:sldMkLst>
          <pc:docMk/>
          <pc:sldMk cId="0" sldId="258"/>
        </pc:sldMkLst>
      </pc:sldChg>
      <pc:sldChg chg="modSp">
        <pc:chgData name="Guest User" userId="" providerId="Windows Live" clId="Web-{DD267131-0DD2-4D45-DA31-F95436C1B3AD}" dt="2025-12-08T10:57:10.243" v="4" actId="14100"/>
        <pc:sldMkLst>
          <pc:docMk/>
          <pc:sldMk cId="0" sldId="260"/>
        </pc:sldMkLst>
        <pc:spChg chg="mod">
          <ac:chgData name="Guest User" userId="" providerId="Windows Live" clId="Web-{DD267131-0DD2-4D45-DA31-F95436C1B3AD}" dt="2025-12-08T10:57:10.243" v="4" actId="14100"/>
          <ac:spMkLst>
            <pc:docMk/>
            <pc:sldMk cId="0" sldId="260"/>
            <ac:spMk id="8" creationId="{00000000-0000-0000-0000-000000000000}"/>
          </ac:spMkLst>
        </pc:spChg>
        <pc:grpChg chg="mod">
          <ac:chgData name="Guest User" userId="" providerId="Windows Live" clId="Web-{DD267131-0DD2-4D45-DA31-F95436C1B3AD}" dt="2025-12-08T10:49:02.245" v="1" actId="1076"/>
          <ac:grpSpMkLst>
            <pc:docMk/>
            <pc:sldMk cId="0" sldId="260"/>
            <ac:grpSpMk id="5" creationId="{00000000-0000-0000-0000-000000000000}"/>
          </ac:grpSpMkLst>
        </pc:grpChg>
      </pc:sldChg>
    </pc:docChg>
  </pc:docChgLst>
  <pc:docChgLst>
    <pc:chgData name="Guest User" providerId="Windows Live" clId="Web-{0C34943A-DF5E-A232-1533-639C614D04DF}"/>
    <pc:docChg chg="modSld">
      <pc:chgData name="Guest User" userId="" providerId="Windows Live" clId="Web-{0C34943A-DF5E-A232-1533-639C614D04DF}" dt="2025-12-08T14:02:02.616" v="2" actId="20577"/>
      <pc:docMkLst>
        <pc:docMk/>
      </pc:docMkLst>
      <pc:sldChg chg="modSp">
        <pc:chgData name="Guest User" userId="" providerId="Windows Live" clId="Web-{0C34943A-DF5E-A232-1533-639C614D04DF}" dt="2025-12-08T14:02:02.616" v="2" actId="20577"/>
        <pc:sldMkLst>
          <pc:docMk/>
          <pc:sldMk cId="0" sldId="256"/>
        </pc:sldMkLst>
        <pc:spChg chg="mod">
          <ac:chgData name="Guest User" userId="" providerId="Windows Live" clId="Web-{0C34943A-DF5E-A232-1533-639C614D04DF}" dt="2025-12-08T14:02:02.616" v="2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  <pc:docChgLst>
    <pc:chgData name="Guest User" providerId="Windows Live" clId="Web-{97E67094-58A2-E779-4289-92E1EDAFD9F0}"/>
    <pc:docChg chg="modSld">
      <pc:chgData name="Guest User" userId="" providerId="Windows Live" clId="Web-{97E67094-58A2-E779-4289-92E1EDAFD9F0}" dt="2025-12-08T05:54:19.349" v="1"/>
      <pc:docMkLst>
        <pc:docMk/>
      </pc:docMkLst>
      <pc:sldChg chg="mod modShow">
        <pc:chgData name="Guest User" userId="" providerId="Windows Live" clId="Web-{97E67094-58A2-E779-4289-92E1EDAFD9F0}" dt="2025-12-08T05:54:19.349" v="1"/>
        <pc:sldMkLst>
          <pc:docMk/>
          <pc:sldMk cId="0" sldId="260"/>
        </pc:sldMkLst>
      </pc:sldChg>
    </pc:docChg>
  </pc:docChgLst>
  <pc:docChgLst>
    <pc:chgData name="Guest User" providerId="Windows Live" clId="Web-{2E45BAD5-F07D-6D57-322A-A104614ADBC6}"/>
    <pc:docChg chg="modSld">
      <pc:chgData name="Guest User" userId="" providerId="Windows Live" clId="Web-{2E45BAD5-F07D-6D57-322A-A104614ADBC6}" dt="2025-12-07T17:19:39.780" v="5" actId="14100"/>
      <pc:docMkLst>
        <pc:docMk/>
      </pc:docMkLst>
      <pc:sldChg chg="modSp">
        <pc:chgData name="Guest User" userId="" providerId="Windows Live" clId="Web-{2E45BAD5-F07D-6D57-322A-A104614ADBC6}" dt="2025-12-07T17:19:39.780" v="5" actId="14100"/>
        <pc:sldMkLst>
          <pc:docMk/>
          <pc:sldMk cId="0" sldId="260"/>
        </pc:sldMkLst>
        <pc:spChg chg="mod">
          <ac:chgData name="Guest User" userId="" providerId="Windows Live" clId="Web-{2E45BAD5-F07D-6D57-322A-A104614ADBC6}" dt="2025-12-07T17:19:35.186" v="4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Guest User" userId="" providerId="Windows Live" clId="Web-{2E45BAD5-F07D-6D57-322A-A104614ADBC6}" dt="2025-12-07T17:19:39.780" v="5" actId="14100"/>
          <ac:spMkLst>
            <pc:docMk/>
            <pc:sldMk cId="0" sldId="260"/>
            <ac:spMk id="8" creationId="{00000000-0000-0000-0000-000000000000}"/>
          </ac:spMkLst>
        </pc:spChg>
      </pc:sldChg>
    </pc:docChg>
  </pc:docChgLst>
  <pc:docChgLst>
    <pc:chgData name="Guest User" providerId="Windows Live" clId="Web-{7EC6CEF8-1D6D-FD75-69D8-D2984E620ED5}"/>
    <pc:docChg chg="addSld delSld modSld sldOrd">
      <pc:chgData name="Guest User" userId="" providerId="Windows Live" clId="Web-{7EC6CEF8-1D6D-FD75-69D8-D2984E620ED5}" dt="2025-12-07T17:37:04.500" v="124"/>
      <pc:docMkLst>
        <pc:docMk/>
      </pc:docMkLst>
      <pc:sldChg chg="modSp">
        <pc:chgData name="Guest User" userId="" providerId="Windows Live" clId="Web-{7EC6CEF8-1D6D-FD75-69D8-D2984E620ED5}" dt="2025-12-07T17:36:53.421" v="123" actId="20577"/>
        <pc:sldMkLst>
          <pc:docMk/>
          <pc:sldMk cId="0" sldId="260"/>
        </pc:sldMkLst>
        <pc:spChg chg="mod">
          <ac:chgData name="Guest User" userId="" providerId="Windows Live" clId="Web-{7EC6CEF8-1D6D-FD75-69D8-D2984E620ED5}" dt="2025-12-07T17:32:32.600" v="77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Guest User" userId="" providerId="Windows Live" clId="Web-{7EC6CEF8-1D6D-FD75-69D8-D2984E620ED5}" dt="2025-12-07T17:36:53.421" v="123" actId="20577"/>
          <ac:spMkLst>
            <pc:docMk/>
            <pc:sldMk cId="0" sldId="260"/>
            <ac:spMk id="8" creationId="{00000000-0000-0000-0000-000000000000}"/>
          </ac:spMkLst>
        </pc:spChg>
      </pc:sldChg>
      <pc:sldChg chg="ord">
        <pc:chgData name="Guest User" userId="" providerId="Windows Live" clId="Web-{7EC6CEF8-1D6D-FD75-69D8-D2984E620ED5}" dt="2025-12-07T17:24:24.875" v="5"/>
        <pc:sldMkLst>
          <pc:docMk/>
          <pc:sldMk cId="0" sldId="261"/>
        </pc:sldMkLst>
      </pc:sldChg>
      <pc:sldChg chg="new del">
        <pc:chgData name="Guest User" userId="" providerId="Windows Live" clId="Web-{7EC6CEF8-1D6D-FD75-69D8-D2984E620ED5}" dt="2025-12-07T17:23:50.812" v="3"/>
        <pc:sldMkLst>
          <pc:docMk/>
          <pc:sldMk cId="1281078993" sldId="266"/>
        </pc:sldMkLst>
      </pc:sldChg>
      <pc:sldChg chg="new del">
        <pc:chgData name="Guest User" userId="" providerId="Windows Live" clId="Web-{7EC6CEF8-1D6D-FD75-69D8-D2984E620ED5}" dt="2025-12-07T17:37:04.500" v="124"/>
        <pc:sldMkLst>
          <pc:docMk/>
          <pc:sldMk cId="2289261635" sldId="266"/>
        </pc:sldMkLst>
      </pc:sldChg>
      <pc:sldChg chg="new del">
        <pc:chgData name="Guest User" userId="" providerId="Windows Live" clId="Web-{7EC6CEF8-1D6D-FD75-69D8-D2984E620ED5}" dt="2025-12-07T17:23:39.953" v="1"/>
        <pc:sldMkLst>
          <pc:docMk/>
          <pc:sldMk cId="4049817518" sldId="266"/>
        </pc:sldMkLst>
      </pc:sldChg>
    </pc:docChg>
  </pc:docChgLst>
  <pc:docChgLst>
    <pc:chgData name="Guest User" providerId="Windows Live" clId="Web-{C3D825E0-ED95-8CD6-89C7-D173C8594B65}"/>
    <pc:docChg chg="modSld">
      <pc:chgData name="Guest User" userId="" providerId="Windows Live" clId="Web-{C3D825E0-ED95-8CD6-89C7-D173C8594B65}" dt="2025-12-08T17:50:29.594" v="38" actId="1076"/>
      <pc:docMkLst>
        <pc:docMk/>
      </pc:docMkLst>
      <pc:sldChg chg="modSp">
        <pc:chgData name="Guest User" userId="" providerId="Windows Live" clId="Web-{C3D825E0-ED95-8CD6-89C7-D173C8594B65}" dt="2025-12-08T17:50:29.594" v="38" actId="1076"/>
        <pc:sldMkLst>
          <pc:docMk/>
          <pc:sldMk cId="0" sldId="260"/>
        </pc:sldMkLst>
        <pc:spChg chg="mod">
          <ac:chgData name="Guest User" userId="" providerId="Windows Live" clId="Web-{C3D825E0-ED95-8CD6-89C7-D173C8594B65}" dt="2025-12-08T17:48:53.079" v="31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Guest User" userId="" providerId="Windows Live" clId="Web-{C3D825E0-ED95-8CD6-89C7-D173C8594B65}" dt="2025-12-08T17:50:29.594" v="38" actId="1076"/>
          <ac:spMkLst>
            <pc:docMk/>
            <pc:sldMk cId="0" sldId="260"/>
            <ac:spMk id="8" creationId="{00000000-0000-0000-0000-000000000000}"/>
          </ac:spMkLst>
        </pc:spChg>
        <pc:grpChg chg="mod">
          <ac:chgData name="Guest User" userId="" providerId="Windows Live" clId="Web-{C3D825E0-ED95-8CD6-89C7-D173C8594B65}" dt="2025-12-08T17:50:23.032" v="37" actId="1076"/>
          <ac:grpSpMkLst>
            <pc:docMk/>
            <pc:sldMk cId="0" sldId="260"/>
            <ac:grpSpMk id="5" creationId="{00000000-0000-0000-0000-000000000000}"/>
          </ac:grpSpMkLst>
        </pc:grpChg>
      </pc:sldChg>
    </pc:docChg>
  </pc:docChgLst>
  <pc:docChgLst>
    <pc:chgData name="Guest User" providerId="Windows Live" clId="Web-{9A340756-9E26-B486-B656-B6A38C4672E3}"/>
    <pc:docChg chg="modSld">
      <pc:chgData name="Guest User" userId="" providerId="Windows Live" clId="Web-{9A340756-9E26-B486-B656-B6A38C4672E3}" dt="2025-12-08T16:54:23.435" v="52" actId="20577"/>
      <pc:docMkLst>
        <pc:docMk/>
      </pc:docMkLst>
      <pc:sldChg chg="modSp">
        <pc:chgData name="Guest User" userId="" providerId="Windows Live" clId="Web-{9A340756-9E26-B486-B656-B6A38C4672E3}" dt="2025-12-08T16:54:23.435" v="52" actId="20577"/>
        <pc:sldMkLst>
          <pc:docMk/>
          <pc:sldMk cId="0" sldId="264"/>
        </pc:sldMkLst>
        <pc:spChg chg="mod">
          <ac:chgData name="Guest User" userId="" providerId="Windows Live" clId="Web-{9A340756-9E26-B486-B656-B6A38C4672E3}" dt="2025-12-08T16:54:23.435" v="52" actId="20577"/>
          <ac:spMkLst>
            <pc:docMk/>
            <pc:sldMk cId="0" sldId="264"/>
            <ac:spMk id="9" creationId="{00000000-0000-0000-0000-000000000000}"/>
          </ac:spMkLst>
        </pc:spChg>
      </pc:sldChg>
    </pc:docChg>
  </pc:docChgLst>
  <pc:docChgLst>
    <pc:chgData name="Guest User" providerId="Windows Live" clId="Web-{5B2147D5-5D14-90C1-E745-A116CB28B729}"/>
    <pc:docChg chg="modSld">
      <pc:chgData name="Guest User" userId="" providerId="Windows Live" clId="Web-{5B2147D5-5D14-90C1-E745-A116CB28B729}" dt="2025-12-07T19:58:18.498" v="7" actId="20577"/>
      <pc:docMkLst>
        <pc:docMk/>
      </pc:docMkLst>
      <pc:sldChg chg="modSp">
        <pc:chgData name="Guest User" userId="" providerId="Windows Live" clId="Web-{5B2147D5-5D14-90C1-E745-A116CB28B729}" dt="2025-12-07T19:58:18.498" v="7" actId="20577"/>
        <pc:sldMkLst>
          <pc:docMk/>
          <pc:sldMk cId="0" sldId="259"/>
        </pc:sldMkLst>
        <pc:spChg chg="mod">
          <ac:chgData name="Guest User" userId="" providerId="Windows Live" clId="Web-{5B2147D5-5D14-90C1-E745-A116CB28B729}" dt="2025-12-07T19:58:18.498" v="7" actId="20577"/>
          <ac:spMkLst>
            <pc:docMk/>
            <pc:sldMk cId="0" sldId="259"/>
            <ac:spMk id="8" creationId="{00000000-0000-0000-0000-000000000000}"/>
          </ac:spMkLst>
        </pc:spChg>
      </pc:sldChg>
    </pc:docChg>
  </pc:docChgLst>
  <pc:docChgLst>
    <pc:chgData name="Guest User" providerId="Windows Live" clId="Web-{C4C81FE7-56B9-7E80-4E1C-8AF884F200C9}"/>
    <pc:docChg chg="delSld modSld sldOrd">
      <pc:chgData name="Guest User" userId="" providerId="Windows Live" clId="Web-{C4C81FE7-56B9-7E80-4E1C-8AF884F200C9}" dt="2025-12-08T17:42:46.495" v="9" actId="20577"/>
      <pc:docMkLst>
        <pc:docMk/>
      </pc:docMkLst>
      <pc:sldChg chg="del">
        <pc:chgData name="Guest User" userId="" providerId="Windows Live" clId="Web-{C4C81FE7-56B9-7E80-4E1C-8AF884F200C9}" dt="2025-12-08T17:41:51.133" v="3"/>
        <pc:sldMkLst>
          <pc:docMk/>
          <pc:sldMk cId="0" sldId="257"/>
        </pc:sldMkLst>
      </pc:sldChg>
      <pc:sldChg chg="ord">
        <pc:chgData name="Guest User" userId="" providerId="Windows Live" clId="Web-{C4C81FE7-56B9-7E80-4E1C-8AF884F200C9}" dt="2025-12-08T17:39:03.591" v="0"/>
        <pc:sldMkLst>
          <pc:docMk/>
          <pc:sldMk cId="0" sldId="258"/>
        </pc:sldMkLst>
      </pc:sldChg>
      <pc:sldChg chg="modSp">
        <pc:chgData name="Guest User" userId="" providerId="Windows Live" clId="Web-{C4C81FE7-56B9-7E80-4E1C-8AF884F200C9}" dt="2025-12-08T17:40:14.706" v="2" actId="14100"/>
        <pc:sldMkLst>
          <pc:docMk/>
          <pc:sldMk cId="0" sldId="260"/>
        </pc:sldMkLst>
        <pc:spChg chg="mod">
          <ac:chgData name="Guest User" userId="" providerId="Windows Live" clId="Web-{C4C81FE7-56B9-7E80-4E1C-8AF884F200C9}" dt="2025-12-08T17:40:14.706" v="2" actId="14100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Guest User" userId="" providerId="Windows Live" clId="Web-{C4C81FE7-56B9-7E80-4E1C-8AF884F200C9}" dt="2025-12-08T17:42:46.495" v="9" actId="20577"/>
        <pc:sldMkLst>
          <pc:docMk/>
          <pc:sldMk cId="0" sldId="264"/>
        </pc:sldMkLst>
        <pc:spChg chg="mod">
          <ac:chgData name="Guest User" userId="" providerId="Windows Live" clId="Web-{C4C81FE7-56B9-7E80-4E1C-8AF884F200C9}" dt="2025-12-08T17:42:46.495" v="9" actId="20577"/>
          <ac:spMkLst>
            <pc:docMk/>
            <pc:sldMk cId="0" sldId="264"/>
            <ac:spMk id="9" creationId="{00000000-0000-0000-0000-000000000000}"/>
          </ac:spMkLst>
        </pc:spChg>
      </pc:sldChg>
    </pc:docChg>
  </pc:docChgLst>
  <pc:docChgLst>
    <pc:chgData name="Guest User" providerId="Windows Live" clId="Web-{7C7F58AF-D3B7-CB72-BD28-F7F7BEFD34CC}"/>
    <pc:docChg chg="modSld">
      <pc:chgData name="Guest User" userId="" providerId="Windows Live" clId="Web-{7C7F58AF-D3B7-CB72-BD28-F7F7BEFD34CC}" dt="2025-12-07T17:52:16.839" v="6" actId="14100"/>
      <pc:docMkLst>
        <pc:docMk/>
      </pc:docMkLst>
      <pc:sldChg chg="addSp delSp modSp">
        <pc:chgData name="Guest User" userId="" providerId="Windows Live" clId="Web-{7C7F58AF-D3B7-CB72-BD28-F7F7BEFD34CC}" dt="2025-12-07T17:52:16.839" v="6" actId="14100"/>
        <pc:sldMkLst>
          <pc:docMk/>
          <pc:sldMk cId="0" sldId="260"/>
        </pc:sldMkLst>
        <pc:spChg chg="mod">
          <ac:chgData name="Guest User" userId="" providerId="Windows Live" clId="Web-{7C7F58AF-D3B7-CB72-BD28-F7F7BEFD34CC}" dt="2025-12-07T17:52:16.839" v="6" actId="14100"/>
          <ac:spMkLst>
            <pc:docMk/>
            <pc:sldMk cId="0" sldId="260"/>
            <ac:spMk id="7" creationId="{00000000-0000-0000-0000-000000000000}"/>
          </ac:spMkLst>
        </pc:spChg>
        <pc:spChg chg="add del">
          <ac:chgData name="Guest User" userId="" providerId="Windows Live" clId="Web-{7C7F58AF-D3B7-CB72-BD28-F7F7BEFD34CC}" dt="2025-12-07T17:52:02.120" v="4"/>
          <ac:spMkLst>
            <pc:docMk/>
            <pc:sldMk cId="0" sldId="260"/>
            <ac:spMk id="9" creationId="{51ADFB52-DFD2-34B0-CCC5-A5B2CECBF3BB}"/>
          </ac:spMkLst>
        </pc:spChg>
        <pc:grpChg chg="mod">
          <ac:chgData name="Guest User" userId="" providerId="Windows Live" clId="Web-{7C7F58AF-D3B7-CB72-BD28-F7F7BEFD34CC}" dt="2025-12-07T17:51:46.787" v="2" actId="1076"/>
          <ac:grpSpMkLst>
            <pc:docMk/>
            <pc:sldMk cId="0" sldId="260"/>
            <ac:grpSpMk id="5" creationId="{00000000-0000-0000-0000-000000000000}"/>
          </ac:grpSpMkLst>
        </pc:grpChg>
      </pc:sldChg>
    </pc:docChg>
  </pc:docChgLst>
  <pc:docChgLst>
    <pc:chgData name="Salah Uddin" userId="99324865d2d9ed2c" providerId="LiveId" clId="{554C71FB-FA1E-3BFE-8F17-8EB457117BD6}"/>
    <pc:docChg chg="custSel modSld">
      <pc:chgData name="Salah Uddin" userId="99324865d2d9ed2c" providerId="LiveId" clId="{554C71FB-FA1E-3BFE-8F17-8EB457117BD6}" dt="2025-12-08T16:31:15.067" v="43" actId="14100"/>
      <pc:docMkLst>
        <pc:docMk/>
      </pc:docMkLst>
      <pc:sldChg chg="addSp delSp modSp mod">
        <pc:chgData name="Salah Uddin" userId="99324865d2d9ed2c" providerId="LiveId" clId="{554C71FB-FA1E-3BFE-8F17-8EB457117BD6}" dt="2025-12-08T16:31:15.067" v="43" actId="14100"/>
        <pc:sldMkLst>
          <pc:docMk/>
          <pc:sldMk cId="0" sldId="261"/>
        </pc:sldMkLst>
        <pc:spChg chg="mod topLvl">
          <ac:chgData name="Salah Uddin" userId="99324865d2d9ed2c" providerId="LiveId" clId="{554C71FB-FA1E-3BFE-8F17-8EB457117BD6}" dt="2025-12-08T16:26:49.982" v="12" actId="1076"/>
          <ac:spMkLst>
            <pc:docMk/>
            <pc:sldMk cId="0" sldId="261"/>
            <ac:spMk id="7" creationId="{00000000-0000-0000-0000-000000000000}"/>
          </ac:spMkLst>
        </pc:spChg>
        <pc:spChg chg="del">
          <ac:chgData name="Salah Uddin" userId="99324865d2d9ed2c" providerId="LiveId" clId="{554C71FB-FA1E-3BFE-8F17-8EB457117BD6}" dt="2025-12-08T16:24:21.679" v="0" actId="478"/>
          <ac:spMkLst>
            <pc:docMk/>
            <pc:sldMk cId="0" sldId="261"/>
            <ac:spMk id="8" creationId="{00000000-0000-0000-0000-000000000000}"/>
          </ac:spMkLst>
        </pc:spChg>
        <pc:spChg chg="del topLvl">
          <ac:chgData name="Salah Uddin" userId="99324865d2d9ed2c" providerId="LiveId" clId="{554C71FB-FA1E-3BFE-8F17-8EB457117BD6}" dt="2025-12-08T16:25:00.309" v="1" actId="478"/>
          <ac:spMkLst>
            <pc:docMk/>
            <pc:sldMk cId="0" sldId="261"/>
            <ac:spMk id="9" creationId="{00000000-0000-0000-0000-000000000000}"/>
          </ac:spMkLst>
        </pc:spChg>
        <pc:grpChg chg="del">
          <ac:chgData name="Salah Uddin" userId="99324865d2d9ed2c" providerId="LiveId" clId="{554C71FB-FA1E-3BFE-8F17-8EB457117BD6}" dt="2025-12-08T16:25:00.309" v="1" actId="478"/>
          <ac:grpSpMkLst>
            <pc:docMk/>
            <pc:sldMk cId="0" sldId="261"/>
            <ac:grpSpMk id="6" creationId="{00000000-0000-0000-0000-000000000000}"/>
          </ac:grpSpMkLst>
        </pc:grpChg>
        <pc:picChg chg="add mod">
          <ac:chgData name="Salah Uddin" userId="99324865d2d9ed2c" providerId="LiveId" clId="{554C71FB-FA1E-3BFE-8F17-8EB457117BD6}" dt="2025-12-08T16:26:55.070" v="13" actId="1076"/>
          <ac:picMkLst>
            <pc:docMk/>
            <pc:sldMk cId="0" sldId="261"/>
            <ac:picMk id="11" creationId="{5B5CA68B-70A8-46CF-4197-879E69F67919}"/>
          </ac:picMkLst>
        </pc:picChg>
        <pc:picChg chg="add mod">
          <ac:chgData name="Salah Uddin" userId="99324865d2d9ed2c" providerId="LiveId" clId="{554C71FB-FA1E-3BFE-8F17-8EB457117BD6}" dt="2025-12-08T16:31:07.159" v="42" actId="14100"/>
          <ac:picMkLst>
            <pc:docMk/>
            <pc:sldMk cId="0" sldId="261"/>
            <ac:picMk id="12" creationId="{D1502CDB-2274-470D-D2B4-EEAC06E18ECA}"/>
          </ac:picMkLst>
        </pc:picChg>
        <pc:picChg chg="add mod">
          <ac:chgData name="Salah Uddin" userId="99324865d2d9ed2c" providerId="LiveId" clId="{554C71FB-FA1E-3BFE-8F17-8EB457117BD6}" dt="2025-12-08T16:31:15.067" v="43" actId="14100"/>
          <ac:picMkLst>
            <pc:docMk/>
            <pc:sldMk cId="0" sldId="261"/>
            <ac:picMk id="13" creationId="{5A354B7C-5D21-BDB4-AA0E-2505723AA76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96200" y="54429"/>
            <a:ext cx="105918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A9A9A9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Welcome to Our 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49" y="3848100"/>
            <a:ext cx="6886575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 u="none" strike="noStrike" spc="-37">
                <a:solidFill>
                  <a:srgbClr val="A9A9A9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We are the Department of Computer Science &amp; Engineering, presenting our survey findings on students’ adoption of scientific and digital tools to enhance educational resources and outcomes.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6748" y="6057900"/>
            <a:ext cx="6886575" cy="31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latin typeface="Helvetica World"/>
                <a:ea typeface="Helvetica World"/>
                <a:cs typeface="Helvetica World"/>
                <a:sym typeface="Helvetica World" panose="020B0500040000020004" charset="-122"/>
              </a:rPr>
              <a:t>MEMBERS:</a:t>
            </a:r>
          </a:p>
          <a:p>
            <a:pPr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ea typeface="Helvetica World"/>
                <a:cs typeface="Helvetica World"/>
                <a:sym typeface="Helvetica World" panose="020B0500040000020004" charset="-122"/>
              </a:rPr>
              <a:t>MD. Rahat Hasan Chowdhury (253-15-068)</a:t>
            </a:r>
            <a:endParaRPr lang="en-US" sz="2500" spc="-37">
              <a:solidFill>
                <a:srgbClr val="A9A9A9"/>
              </a:solidFill>
              <a:ea typeface="Helvetica World"/>
              <a:cs typeface="Helvetica World"/>
            </a:endParaRPr>
          </a:p>
          <a:p>
            <a:pPr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ea typeface="Helvetica World"/>
                <a:cs typeface="Helvetica World"/>
                <a:sym typeface="Helvetica World" panose="020B0500040000020004" charset="-122"/>
              </a:rPr>
              <a:t>Anindita Sadat Bristy(253-15-156)</a:t>
            </a:r>
            <a:endParaRPr lang="en-US" sz="2500" spc="-37">
              <a:solidFill>
                <a:srgbClr val="A9A9A9"/>
              </a:solidFill>
              <a:ea typeface="Helvetica World"/>
              <a:cs typeface="Helvetica World"/>
            </a:endParaRPr>
          </a:p>
          <a:p>
            <a:pPr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ea typeface="Helvetica World"/>
                <a:cs typeface="Helvetica World"/>
                <a:sym typeface="Helvetica World" panose="020B0500040000020004" charset="-122"/>
              </a:rPr>
              <a:t>MD. Nafiz  Anjum Anik(253-15-178)</a:t>
            </a:r>
            <a:endParaRPr lang="en-US" sz="2500" spc="-37">
              <a:solidFill>
                <a:srgbClr val="A9A9A9"/>
              </a:solidFill>
              <a:ea typeface="Helvetica World"/>
              <a:cs typeface="Helvetica World"/>
            </a:endParaRPr>
          </a:p>
          <a:p>
            <a:pPr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ea typeface="Helvetica World"/>
                <a:cs typeface="Helvetica World"/>
                <a:sym typeface="Helvetica World" panose="020B0500040000020004" charset="-122"/>
              </a:rPr>
              <a:t>MD. Salah Uddin (253-15-232)</a:t>
            </a:r>
            <a:endParaRPr lang="en-US" sz="2500" spc="-37">
              <a:solidFill>
                <a:srgbClr val="A9A9A9"/>
              </a:solidFill>
              <a:ea typeface="Helvetica World"/>
              <a:cs typeface="Helvetica World"/>
            </a:endParaRPr>
          </a:p>
          <a:p>
            <a:pPr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ea typeface="Helvetica World"/>
                <a:cs typeface="Helvetica World"/>
                <a:sym typeface="Helvetica World" panose="020B0500040000020004" charset="-122"/>
              </a:rPr>
              <a:t>Sadia Akhter Mim (253-15-818)</a:t>
            </a:r>
            <a:endParaRPr lang="en-US" sz="2500" spc="-37">
              <a:solidFill>
                <a:srgbClr val="A9A9A9"/>
              </a:solidFill>
              <a:ea typeface="Helvetica World"/>
              <a:cs typeface="Helvetica World"/>
            </a:endParaRPr>
          </a:p>
          <a:p>
            <a:pPr>
              <a:lnSpc>
                <a:spcPts val="3500"/>
              </a:lnSpc>
            </a:pPr>
            <a:r>
              <a:rPr lang="en-US" sz="2500" spc="-37">
                <a:solidFill>
                  <a:srgbClr val="A9A9A9"/>
                </a:solidFill>
                <a:ea typeface="Helvetica World"/>
                <a:cs typeface="Helvetica World"/>
                <a:sym typeface="Helvetica World" panose="020B0500040000020004" charset="-122"/>
              </a:rPr>
              <a:t>Nusrat Ul Islam Nisa(253-15-850)</a:t>
            </a:r>
            <a:endParaRPr lang="en-US" sz="2500" spc="-37">
              <a:solidFill>
                <a:srgbClr val="A9A9A9"/>
              </a:solidFill>
              <a:ea typeface="Helvetica World"/>
              <a:cs typeface="Helvetica Wor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C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497806"/>
            <a:ext cx="12944475" cy="6398260"/>
            <a:chOff x="0" y="-85725"/>
            <a:chExt cx="17259300" cy="8531013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F4F4F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Introduction to the Survey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59641"/>
              <a:ext cx="13512134" cy="5385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Arial Black" panose="020B0A04020102020204" pitchFamily="34" charset="0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Objective: </a:t>
              </a:r>
              <a:r>
                <a:rPr lang="en-US" altLang="en-US" sz="2500" b="1" spc="-37">
                  <a:solidFill>
                    <a:srgbClr val="2F4F4F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To understand student adoption and perceptions of scientific/digital tools in academic work.</a:t>
              </a: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endParaRPr lang="en-US" altLang="en-US" sz="2500" b="1" spc="-3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Arial Black" panose="020B0A04020102020204" pitchFamily="34" charset="0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Scope: </a:t>
              </a:r>
              <a:r>
                <a:rPr lang="en-US" altLang="en-US" sz="2500" b="1" spc="-37">
                  <a:solidFill>
                    <a:srgbClr val="2F4F4F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Measures frequency of use, self-confidence (CSE), perceived ease of use (PEOU), usefulness (PU), value (PV), social influence (SN), and intention to adopt (IA).</a:t>
              </a: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endParaRPr lang="en-US" altLang="en-US" sz="2500" b="1" spc="-3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Arial Black" panose="020B0A04020102020204" pitchFamily="34" charset="0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Goal: </a:t>
              </a:r>
              <a:r>
                <a:rPr lang="en-US" altLang="en-US" sz="2500" b="1" spc="-37">
                  <a:solidFill>
                    <a:srgbClr val="2F4F4F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To identify strengths and gaps in digital tool integration for learning and research.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C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C4C4C4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200" y="1497806"/>
            <a:ext cx="13449300" cy="6406341"/>
            <a:chOff x="-266700" y="-85725"/>
            <a:chExt cx="17932400" cy="8541789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F4F4F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Survey Benefits and Data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266700" y="3326454"/>
              <a:ext cx="17665700" cy="5129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Helvetica World Bold"/>
                  <a:ea typeface="Helvetica World Bold"/>
                  <a:cs typeface="Helvetica World Bold"/>
                  <a:sym typeface="Helvetica World Bold" panose="020B0800040000020004" charset="-122"/>
                </a:rPr>
                <a:t>Identifies the most frequently used digital tools among students.</a:t>
              </a:r>
            </a:p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altLang="en-US" sz="2500" b="1" spc="-37">
                <a:solidFill>
                  <a:srgbClr val="2F4F4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Helvetica World Bold"/>
                  <a:ea typeface="Helvetica World Bold"/>
                  <a:cs typeface="Helvetica World Bold"/>
                  <a:sym typeface="Helvetica World Bold" panose="020B0800040000020004" charset="-122"/>
                </a:rPr>
                <a:t>Highlights specific areas where students may require additional training or support.</a:t>
              </a:r>
              <a:endParaRPr lang="en-US" altLang="en-US" sz="2500" b="1" spc="-37">
                <a:solidFill>
                  <a:srgbClr val="2F4F4F"/>
                </a:solidFill>
                <a:latin typeface="Helvetica World Bold"/>
                <a:ea typeface="Helvetica World Bold"/>
                <a:cs typeface="Helvetica World Bold"/>
              </a:endParaRPr>
            </a:p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altLang="en-US" sz="2500" b="1" spc="-37">
                <a:solidFill>
                  <a:srgbClr val="2F4F4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Helvetica World Bold"/>
                  <a:ea typeface="Helvetica World Bold"/>
                  <a:cs typeface="Helvetica World Bold"/>
                  <a:sym typeface="Helvetica World Bold" panose="020B0800040000020004" charset="-122"/>
                </a:rPr>
                <a:t>Provides data to help departments improve and allocate digital learning resources effectively.</a:t>
              </a:r>
              <a:endParaRPr lang="en-US" altLang="en-US" sz="2500" b="1" spc="-37">
                <a:solidFill>
                  <a:srgbClr val="2F4F4F"/>
                </a:solidFill>
                <a:latin typeface="Helvetica World Bold"/>
                <a:ea typeface="Helvetica World Bold"/>
                <a:cs typeface="Helvetica World Bold"/>
              </a:endParaRPr>
            </a:p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altLang="en-US" sz="2500" b="1" spc="-37">
                <a:solidFill>
                  <a:srgbClr val="2F4F4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marL="342900" lvl="0" indent="-342900" algn="l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500" b="1" spc="-37">
                  <a:solidFill>
                    <a:srgbClr val="2F4F4F"/>
                  </a:solidFill>
                  <a:latin typeface="Helvetica World Bold"/>
                  <a:ea typeface="Helvetica World Bold"/>
                  <a:cs typeface="Helvetica World Bold"/>
                  <a:sym typeface="Helvetica World Bold" panose="020B0800040000020004" charset="-122"/>
                </a:rPr>
                <a:t>Informs planning for future laboratory software and IT infrastructure investments.</a:t>
              </a:r>
              <a:endParaRPr lang="en-US" altLang="en-US" sz="2500" b="1" spc="-37">
                <a:solidFill>
                  <a:srgbClr val="2F4F4F"/>
                </a:solidFill>
                <a:latin typeface="Helvetica World Bold"/>
                <a:ea typeface="Helvetica World Bold"/>
                <a:cs typeface="Helvetica World Bold"/>
              </a:endParaRPr>
            </a:p>
            <a:p>
              <a:pPr>
                <a:buFont typeface="Arial" panose="020B0604020202020204" pitchFamily="34" charset="0"/>
                <a:buChar char="•"/>
              </a:pPr>
              <a:endParaRPr lang="en-US" sz="2500" b="1" spc="-37">
                <a:solidFill>
                  <a:srgbClr val="2F4F4F"/>
                </a:solidFill>
                <a:ea typeface="Calibri"/>
                <a:cs typeface="Calibri"/>
              </a:endParaRPr>
            </a:p>
            <a:p>
              <a:pPr marL="342900" indent="-342900">
                <a:lnSpc>
                  <a:spcPts val="3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altLang="en-US" sz="2500" b="1" spc="-37">
                <a:solidFill>
                  <a:srgbClr val="2F4F4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64631" y="0"/>
            <a:ext cx="8344743" cy="10286997"/>
            <a:chOff x="-20597" y="0"/>
            <a:chExt cx="1241470" cy="1353025"/>
          </a:xfrm>
        </p:grpSpPr>
        <p:sp>
          <p:nvSpPr>
            <p:cNvPr id="6" name="Freeform 6"/>
            <p:cNvSpPr/>
            <p:nvPr/>
          </p:nvSpPr>
          <p:spPr>
            <a:xfrm>
              <a:off x="-20597" y="0"/>
              <a:ext cx="1241470" cy="1353025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  <a:ln>
              <a:solidFill>
                <a:srgbClr val="4472C4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238931" y="858670"/>
            <a:ext cx="6886575" cy="2971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0"/>
              </a:lnSpc>
              <a:spcBef>
                <a:spcPct val="0"/>
              </a:spcBef>
            </a:pPr>
            <a:r>
              <a:rPr lang="en-US" altLang="en-US" sz="6000" u="none" strike="noStrike" dirty="0">
                <a:solidFill>
                  <a:srgbClr val="A9A9A9"/>
                </a:solidFill>
                <a:latin typeface="Bookman Old Style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How We Collected </a:t>
            </a:r>
            <a:r>
              <a:rPr lang="en-US" altLang="en-US" sz="6000" dirty="0">
                <a:solidFill>
                  <a:srgbClr val="A9A9A9"/>
                </a:solidFill>
                <a:latin typeface="Bookman Old Style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the Data?</a:t>
            </a:r>
            <a:endParaRPr lang="en-US" altLang="en-US" sz="6000" b="1" u="none" strike="noStrike">
              <a:solidFill>
                <a:srgbClr val="A9A9A9"/>
              </a:solidFill>
              <a:latin typeface="Bookman Old Style"/>
              <a:ea typeface="Georgia Pro Condensed" panose="02040506050405020303"/>
              <a:cs typeface="Georgia Pro Condensed" panose="02040506050405020303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altLang="en-US" sz="5400" u="none" strike="noStrike" dirty="0">
              <a:solidFill>
                <a:srgbClr val="A9A9A9"/>
              </a:solidFill>
              <a:latin typeface="Helvetica World Bold"/>
              <a:ea typeface="Georgia Pro Condensed" panose="02040506050405020303"/>
              <a:cs typeface="Georgia Pro Condensed" panose="020405060504050203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7186" y="3350896"/>
            <a:ext cx="9433687" cy="5834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en-US" sz="3200" b="1" u="none" strike="noStrike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Form </a:t>
            </a:r>
            <a:r>
              <a:rPr lang="en-US" altLang="en-US" sz="3200" b="1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Distribution:</a:t>
            </a:r>
            <a:r>
              <a:rPr lang="en-US" altLang="en-US" sz="3200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 </a:t>
            </a:r>
            <a:r>
              <a:rPr lang="en-US" sz="3200" spc="-37">
                <a:solidFill>
                  <a:srgbClr val="A9A9A9"/>
                </a:solidFill>
                <a:latin typeface="Bookman Old Style"/>
                <a:ea typeface="+mn-lt"/>
                <a:cs typeface="+mn-lt"/>
                <a:sym typeface="Helvetica World" panose="020B0500040000020004" charset="-122"/>
              </a:rPr>
              <a:t>Shared through Google Forms, WhatsApp, and class groups for easy access. </a:t>
            </a:r>
            <a:endParaRPr lang="en-US" altLang="en-US" sz="3200" u="none" strike="noStrike" spc="-37">
              <a:solidFill>
                <a:srgbClr val="A9A9A9"/>
              </a:solidFill>
              <a:latin typeface="Bookman Old Style"/>
              <a:ea typeface="Helvetica World" panose="020B0500040000020004" charset="-122"/>
              <a:cs typeface="Helvetica World" panose="020B0500040000020004" charset="-122"/>
            </a:endParaRPr>
          </a:p>
          <a:p>
            <a:pPr lvl="0" indent="0" algn="l">
              <a:lnSpc>
                <a:spcPts val="3500"/>
              </a:lnSpc>
              <a:buFont typeface="Arial" panose="020B0604020202020204" pitchFamily="34" charset="0"/>
              <a:buNone/>
            </a:pPr>
            <a:endParaRPr lang="en-US" altLang="en-US" sz="3200" u="none" strike="noStrike" spc="-37">
              <a:solidFill>
                <a:srgbClr val="A9A9A9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en-US" sz="3200" b="1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Participants: </a:t>
            </a:r>
            <a:r>
              <a:rPr lang="en-US" sz="3200" spc="-37">
                <a:solidFill>
                  <a:srgbClr val="A9A9A9"/>
                </a:solidFill>
                <a:latin typeface="Bookman Old Style"/>
                <a:ea typeface="Calibri"/>
                <a:cs typeface="Calibri"/>
                <a:sym typeface="Helvetica World" panose="020B0500040000020004" charset="-122"/>
              </a:rPr>
              <a:t>Students</a:t>
            </a:r>
            <a:r>
              <a:rPr lang="en-US" sz="3200" spc="-37">
                <a:solidFill>
                  <a:srgbClr val="A9A9A9"/>
                </a:solidFill>
                <a:latin typeface="Bookman Old Style"/>
                <a:ea typeface="+mn-lt"/>
                <a:cs typeface="+mn-lt"/>
                <a:sym typeface="Helvetica World" panose="020B0500040000020004" charset="-122"/>
              </a:rPr>
              <a:t> from Biochemistry and other science-related departments. </a:t>
            </a:r>
            <a:endParaRPr lang="en-US" altLang="en-US" sz="3200" u="none" strike="noStrike" spc="-37">
              <a:solidFill>
                <a:srgbClr val="A9A9A9"/>
              </a:solidFill>
              <a:latin typeface="Bookman Old Style"/>
              <a:ea typeface="Helvetica World"/>
              <a:cs typeface="Helvetica World"/>
            </a:endParaRPr>
          </a:p>
          <a:p>
            <a:pPr marL="342900" lvl="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endParaRPr lang="en-US" altLang="en-US" sz="3200" u="none" strike="noStrike" spc="-37">
              <a:solidFill>
                <a:srgbClr val="A9A9A9"/>
              </a:solidFill>
              <a:latin typeface="Bookman Old Style"/>
              <a:ea typeface="Helvetica World" panose="020B0500040000020004" charset="-122"/>
              <a:cs typeface="Helvetica World" panose="020B0500040000020004" charset="-122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en-US" sz="3200" b="1" u="none" strike="noStrike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Data </a:t>
            </a:r>
            <a:r>
              <a:rPr lang="en-US" altLang="en-US" sz="3200" b="1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Sources: </a:t>
            </a:r>
            <a:r>
              <a:rPr lang="en-US" sz="3200" spc="-37">
                <a:solidFill>
                  <a:srgbClr val="A9A9A9"/>
                </a:solidFill>
                <a:latin typeface="Bookman Old Style"/>
                <a:ea typeface="Calibri"/>
                <a:cs typeface="Calibri"/>
                <a:sym typeface="Helvetica World" panose="020B0500040000020004" charset="-122"/>
              </a:rPr>
              <a:t>Where</a:t>
            </a:r>
            <a:r>
              <a:rPr lang="en-US" sz="3200" spc="-37">
                <a:solidFill>
                  <a:srgbClr val="A9A9A9"/>
                </a:solidFill>
                <a:latin typeface="Bookman Old Style"/>
                <a:ea typeface="+mn-lt"/>
                <a:cs typeface="+mn-lt"/>
                <a:sym typeface="Helvetica World" panose="020B0500040000020004" charset="-122"/>
              </a:rPr>
              <a:t> responses came from): Food Court, Classrooms, Campus Area, Hall, Online Groups </a:t>
            </a:r>
            <a:endParaRPr lang="en-US" altLang="en-US" sz="3200" b="1" u="none" strike="noStrike" spc="-37">
              <a:solidFill>
                <a:srgbClr val="A9A9A9"/>
              </a:solidFill>
              <a:latin typeface="Bookman Old Style"/>
              <a:ea typeface="Helvetica World"/>
              <a:cs typeface="Helvetica World"/>
            </a:endParaRPr>
          </a:p>
          <a:p>
            <a:pPr marL="342900" lvl="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endParaRPr lang="en-US" altLang="en-US" sz="3200" b="1" u="none" strike="noStrike" spc="-37">
              <a:solidFill>
                <a:srgbClr val="A9A9A9"/>
              </a:solidFill>
              <a:latin typeface="Bookman Old Style"/>
              <a:ea typeface="Helvetica World" panose="020B0500040000020004" charset="-122"/>
              <a:cs typeface="Helvetica World" panose="020B0500040000020004" charset="-122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en-US" sz="3200" b="1" u="none" strike="noStrike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Privacy</a:t>
            </a:r>
            <a:r>
              <a:rPr lang="en-US" altLang="en-US" sz="3200" b="1" spc="-37">
                <a:solidFill>
                  <a:srgbClr val="A9A9A9"/>
                </a:solidFill>
                <a:latin typeface="Bookman Old Style"/>
                <a:ea typeface="Helvetica World"/>
                <a:cs typeface="Helvetica World"/>
                <a:sym typeface="Helvetica World" panose="020B0500040000020004" charset="-122"/>
              </a:rPr>
              <a:t>: </a:t>
            </a:r>
            <a:r>
              <a:rPr lang="en-US" sz="3200" spc="-37">
                <a:solidFill>
                  <a:srgbClr val="A9A9A9"/>
                </a:solidFill>
                <a:latin typeface="Bookman Old Style"/>
                <a:ea typeface="+mn-lt"/>
                <a:cs typeface="+mn-lt"/>
                <a:sym typeface="Helvetica World" panose="020B0500040000020004" charset="-122"/>
              </a:rPr>
              <a:t>All responses were collected confidentially and anonymously</a:t>
            </a:r>
            <a:endParaRPr lang="en-US" altLang="en-US" sz="3200" b="1" u="none" strike="noStrike" spc="-37">
              <a:solidFill>
                <a:srgbClr val="A9A9A9"/>
              </a:solidFill>
              <a:latin typeface="Bookman Old Style"/>
              <a:ea typeface="Helvetica World"/>
              <a:cs typeface="Helvetica Wor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C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C4C4C4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644220"/>
            <a:ext cx="12944475" cy="127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2F4F4F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Key Findings</a:t>
            </a:r>
          </a:p>
        </p:txBody>
      </p: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5CA68B-70A8-46CF-4197-879E69F67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919499"/>
            <a:ext cx="8115300" cy="3314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502CDB-2274-470D-D2B4-EEAC06E18E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26" y="5256729"/>
            <a:ext cx="10939282" cy="43860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354B7C-5D21-BDB4-AA0E-2505723AA7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637" y="1919499"/>
            <a:ext cx="8927663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C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C4C4C4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200" y="1497806"/>
            <a:ext cx="13144500" cy="6941185"/>
            <a:chOff x="-266700" y="-85725"/>
            <a:chExt cx="17526000" cy="9254913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5334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altLang="en-US" sz="8000" spc="-240">
                  <a:solidFill>
                    <a:srgbClr val="2F4F4F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How Biochemistry Connects With All Departments</a:t>
              </a:r>
            </a:p>
            <a:p>
              <a:pPr marL="0" lvl="0" indent="0" algn="l">
                <a:lnSpc>
                  <a:spcPts val="10400"/>
                </a:lnSpc>
              </a:pPr>
              <a:endParaRPr lang="en-US" altLang="en-US" sz="8000" spc="-240">
                <a:solidFill>
                  <a:srgbClr val="2F4F4F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266700" y="4293976"/>
              <a:ext cx="13511953" cy="4875212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r>
                <a:rPr lang="en-US" sz="2400" spc="-37" dirty="0">
                  <a:solidFill>
                    <a:srgbClr val="2F4F4F"/>
                  </a:solidFill>
                  <a:latin typeface="Arial Black"/>
                  <a:ea typeface="+mn-lt"/>
                  <a:cs typeface="+mn-lt"/>
                  <a:sym typeface="Helvetica World" panose="020B0500040000020004" charset="-122"/>
                </a:rPr>
                <a:t>Bridge between Biology &amp; Chemistry</a:t>
              </a:r>
              <a:endParaRPr lang="en-US" sz="2400" dirty="0">
                <a:latin typeface="Arial Black"/>
              </a:endParaRPr>
            </a:p>
            <a:p>
              <a:pPr>
                <a:buFont typeface="Arial" panose="020B0604020202020204" pitchFamily="34" charset="0"/>
                <a:buChar char="•"/>
              </a:pPr>
              <a:endParaRPr lang="en-US" sz="2400">
                <a:ea typeface="Calibri"/>
                <a:cs typeface="Calibri"/>
              </a:endParaRPr>
            </a:p>
            <a:p>
              <a:r>
                <a:rPr lang="en-US" sz="2400" spc="-37" dirty="0">
                  <a:solidFill>
                    <a:srgbClr val="2F4F4F"/>
                  </a:solidFill>
                  <a:latin typeface="Arial Black"/>
                  <a:ea typeface="+mn-lt"/>
                  <a:cs typeface="+mn-lt"/>
                  <a:sym typeface="Helvetica World" panose="020B0500040000020004" charset="-122"/>
                </a:rPr>
                <a:t>Core to understanding living systems</a:t>
              </a:r>
              <a:endParaRPr lang="en-US" sz="2400" dirty="0">
                <a:latin typeface="Arial Black"/>
              </a:endParaRPr>
            </a:p>
            <a:p>
              <a:pPr>
                <a:buFont typeface="Arial" panose="020B0604020202020204" pitchFamily="34" charset="0"/>
                <a:buChar char="•"/>
              </a:pPr>
              <a:endParaRPr lang="en-US" sz="2400">
                <a:ea typeface="Calibri"/>
                <a:cs typeface="Calibri"/>
              </a:endParaRPr>
            </a:p>
            <a:p>
              <a:pPr>
                <a:buFont typeface="Arial" panose="020B0604020202020204" pitchFamily="34" charset="0"/>
                <a:buChar char="•"/>
              </a:pPr>
              <a:endParaRPr lang="en-US">
                <a:sym typeface="Helvetica World" panose="020B0500040000020004" charset="-122"/>
              </a:endParaRP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spc="-37" dirty="0">
                  <a:solidFill>
                    <a:srgbClr val="2F4F4F"/>
                  </a:solidFill>
                  <a:latin typeface="Helvetica World"/>
                  <a:ea typeface="+mn-lt"/>
                  <a:cs typeface="+mn-lt"/>
                  <a:sym typeface="Helvetica World" panose="020B0500040000020004" charset="-122"/>
                </a:rPr>
                <a:t>Pharmacy: Drug action</a:t>
              </a:r>
              <a:endParaRPr lang="en-US" sz="2800" dirty="0">
                <a:latin typeface="Helvetica World"/>
                <a:ea typeface="Helvetica World"/>
                <a:cs typeface="Helvetica World"/>
              </a:endParaRP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spc="-37" dirty="0">
                  <a:solidFill>
                    <a:srgbClr val="2F4F4F"/>
                  </a:solidFill>
                  <a:latin typeface="Helvetica World"/>
                  <a:ea typeface="+mn-lt"/>
                  <a:cs typeface="+mn-lt"/>
                  <a:sym typeface="Helvetica World" panose="020B0500040000020004" charset="-122"/>
                </a:rPr>
                <a:t>Nutrition: Digestion &amp; energy</a:t>
              </a:r>
              <a:endParaRPr lang="en-US" sz="2800" dirty="0">
                <a:latin typeface="Helvetica World"/>
                <a:ea typeface="Helvetica World"/>
                <a:cs typeface="Helvetica World"/>
              </a:endParaRP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spc="-37" dirty="0">
                  <a:solidFill>
                    <a:srgbClr val="2F4F4F"/>
                  </a:solidFill>
                  <a:latin typeface="Helvetica World"/>
                  <a:ea typeface="+mn-lt"/>
                  <a:cs typeface="+mn-lt"/>
                  <a:sym typeface="Helvetica World" panose="020B0500040000020004" charset="-122"/>
                </a:rPr>
                <a:t>Agriculture: Plant growth &amp; nutrient cycle</a:t>
              </a:r>
              <a:endParaRPr lang="en-US" sz="2800" dirty="0">
                <a:latin typeface="Helvetica World"/>
                <a:ea typeface="Helvetica World"/>
                <a:cs typeface="Helvetica World"/>
              </a:endParaRPr>
            </a:p>
            <a:p>
              <a:pPr>
                <a:lnSpc>
                  <a:spcPts val="3500"/>
                </a:lnSpc>
              </a:pPr>
              <a:r>
                <a:rPr lang="en-US" sz="2800" spc="-37" dirty="0">
                  <a:solidFill>
                    <a:srgbClr val="2F4F4F"/>
                  </a:solidFill>
                  <a:latin typeface="Helvetica World"/>
                  <a:ea typeface="+mn-lt"/>
                  <a:cs typeface="+mn-lt"/>
                  <a:sym typeface="Helvetica World" panose="020B0500040000020004" charset="-122"/>
                </a:rPr>
                <a:t>Public Health: Disease prevention &amp; vaccines.</a:t>
              </a:r>
              <a:endParaRPr lang="en-US" altLang="en-US" sz="2800" b="1" spc="-37" dirty="0">
                <a:solidFill>
                  <a:srgbClr val="2F4F4F"/>
                </a:solidFill>
                <a:latin typeface="Helvetica World"/>
                <a:ea typeface="Helvetica World"/>
                <a:cs typeface="Helvetica World"/>
              </a:endParaRP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endParaRPr lang="en-US" altLang="en-US" sz="2800" b="1" spc="-3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</a:endParaRP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endParaRPr lang="en-US" sz="2500" b="1" spc="-3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</a:endParaRPr>
            </a:p>
            <a:p>
              <a:pPr marL="342900" lvl="0" indent="-342900" algn="l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endParaRPr lang="en-US" sz="2500" b="1" spc="-3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763000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682B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3688" y="-1"/>
            <a:ext cx="8984242" cy="102870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2552700"/>
            <a:ext cx="8324850" cy="746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71500" lvl="0" indent="-571500" algn="l">
              <a:lnSpc>
                <a:spcPts val="4940"/>
              </a:lnSpc>
              <a:buFont typeface="Arial" panose="020B0604020202020204" pitchFamily="34" charset="0"/>
              <a:buChar char="•"/>
            </a:pPr>
            <a:r>
              <a:rPr lang="en-US" altLang="en-US" sz="3800" b="1" spc="-57">
                <a:solidFill>
                  <a:srgbClr val="2F4F4F"/>
                </a:solidFill>
                <a:latin typeface="Arial Black" panose="020B0A04020102020204" pitchFamily="34" charset="0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Insight: </a:t>
            </a:r>
            <a:r>
              <a:rPr lang="en-US" altLang="en-US" sz="3800" b="1" spc="-5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Students find digital tools useful and valuable, indicating high readiness for adoption.</a:t>
            </a:r>
          </a:p>
          <a:p>
            <a:pPr marL="571500" lvl="0" indent="-571500" algn="l">
              <a:lnSpc>
                <a:spcPts val="4940"/>
              </a:lnSpc>
              <a:buFont typeface="Arial" panose="020B0604020202020204" pitchFamily="34" charset="0"/>
              <a:buChar char="•"/>
            </a:pPr>
            <a:endParaRPr lang="en-US" altLang="en-US" sz="3800" b="1" spc="-57">
              <a:solidFill>
                <a:srgbClr val="2F4F4F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  <a:p>
            <a:pPr marL="571500" lvl="0" indent="-571500" algn="l">
              <a:lnSpc>
                <a:spcPts val="4940"/>
              </a:lnSpc>
              <a:buFont typeface="Arial" panose="020B0604020202020204" pitchFamily="34" charset="0"/>
              <a:buChar char="•"/>
            </a:pPr>
            <a:r>
              <a:rPr lang="en-US" altLang="en-US" sz="3800" b="1" spc="-57">
                <a:solidFill>
                  <a:srgbClr val="2F4F4F"/>
                </a:solidFill>
                <a:latin typeface="Arial Black" panose="020B0A04020102020204" pitchFamily="34" charset="0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Action: </a:t>
            </a:r>
            <a:r>
              <a:rPr lang="en-US" altLang="en-US" sz="3800" b="1" spc="-5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Findings will guide targeted training programs to boost confidence (CSE) and ease of use (PEOU).</a:t>
            </a:r>
          </a:p>
          <a:p>
            <a:pPr marL="571500" lvl="0" indent="-571500" algn="l">
              <a:lnSpc>
                <a:spcPts val="4940"/>
              </a:lnSpc>
              <a:buFont typeface="Arial" panose="020B0604020202020204" pitchFamily="34" charset="0"/>
              <a:buChar char="•"/>
            </a:pPr>
            <a:endParaRPr lang="en-US" altLang="en-US" sz="3800" b="1" spc="-57">
              <a:solidFill>
                <a:srgbClr val="2F4F4F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  <a:p>
            <a:pPr marL="571500" lvl="0" indent="-571500" algn="l">
              <a:lnSpc>
                <a:spcPts val="4940"/>
              </a:lnSpc>
              <a:buFont typeface="Arial" panose="020B0604020202020204" pitchFamily="34" charset="0"/>
              <a:buChar char="•"/>
            </a:pPr>
            <a:r>
              <a:rPr lang="en-US" altLang="en-US" sz="3800" b="1" spc="-57">
                <a:solidFill>
                  <a:srgbClr val="2F4F4F"/>
                </a:solidFill>
                <a:latin typeface="Arial Black" panose="020B0A04020102020204" pitchFamily="34" charset="0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Collaboration: </a:t>
            </a:r>
            <a:r>
              <a:rPr lang="en-US" altLang="en-US" sz="3800" b="1" spc="-57">
                <a:solidFill>
                  <a:srgbClr val="2F4F4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Strengthens the case for inter-departmental workshops and shared resource portals.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419100"/>
            <a:ext cx="8317491" cy="191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5"/>
              </a:lnSpc>
            </a:pPr>
            <a:r>
              <a:rPr lang="en-US" altLang="en-US" sz="14955" spc="-523">
                <a:solidFill>
                  <a:srgbClr val="2F4F4F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Conclusion 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736E41-ECEF-8AF4-AEC6-7387B0A02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" y="-93761"/>
            <a:ext cx="18288000" cy="10353547"/>
          </a:xfrm>
          <a:prstGeom prst="rect">
            <a:avLst/>
          </a:prstGeom>
          <a:noFill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57800B-52E0-F4CE-6A5E-4AD7FA7BF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410576"/>
              </p:ext>
            </p:extLst>
          </p:nvPr>
        </p:nvGraphicFramePr>
        <p:xfrm>
          <a:off x="10744200" y="4000500"/>
          <a:ext cx="5562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3921194176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r>
                        <a:rPr lang="en-US" sz="96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odoni MT Condensed" panose="02070606080606020203" pitchFamily="18" charset="0"/>
                        </a:rPr>
                        <a:t>Thank You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085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83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Welcome to Our Group Presentation</dc:title>
  <dc:creator/>
  <dc:description>Presentation - Welcome to Our Group Presentation</dc:description>
  <cp:revision>39</cp:revision>
  <dcterms:created xsi:type="dcterms:W3CDTF">2006-08-16T00:00:00Z</dcterms:created>
  <dcterms:modified xsi:type="dcterms:W3CDTF">2025-12-08T17:50:38Z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880E16C3E83C42F0B3705545FC33A94E_12</vt:lpwstr>
  </property>
  <property fmtid="{D5CDD505-2E9C-101B-9397-08002B2CF9AE}" pid="3" name="KSOProductBuildVer">
    <vt:lpwstr>1033-12.2.0.23155</vt:lpwstr>
  </property>
</Properties>
</file>